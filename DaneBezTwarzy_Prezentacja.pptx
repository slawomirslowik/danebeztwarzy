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701" y="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Dane Bez </a:t>
            </a:r>
            <a:r>
              <a:rPr dirty="0" err="1"/>
              <a:t>Twarzy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52451" y="3383280"/>
            <a:ext cx="7239098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dirty="0" err="1"/>
              <a:t>Automatyczna</a:t>
            </a:r>
            <a:r>
              <a:rPr dirty="0"/>
              <a:t> </a:t>
            </a:r>
            <a:r>
              <a:rPr dirty="0" err="1"/>
              <a:t>Anonimizacja</a:t>
            </a:r>
            <a:r>
              <a:rPr dirty="0"/>
              <a:t> </a:t>
            </a:r>
            <a:r>
              <a:rPr dirty="0" err="1"/>
              <a:t>Danych</a:t>
            </a:r>
            <a:r>
              <a:rPr lang="pl-PL" dirty="0"/>
              <a:t> Osobowych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rPr lang="pl-PL" dirty="0"/>
              <a:t>dr inż. Sławomir Słowik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rPr lang="pl-PL" dirty="0"/>
              <a:t>dr inż. Paweł Łosiński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endParaRPr lang="pl-PL" dirty="0"/>
          </a:p>
        </p:txBody>
      </p:sp>
      <p:sp>
        <p:nvSpPr>
          <p:cNvPr id="5" name="TextBox 4"/>
          <p:cNvSpPr txBox="1"/>
          <p:nvPr/>
        </p:nvSpPr>
        <p:spPr>
          <a:xfrm>
            <a:off x="876349" y="4800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6E6E6"/>
                </a:solidFill>
              </a:defRPr>
            </a:pPr>
            <a:r>
              <a:t>Python • RODO/GDPR • Open Source</a:t>
            </a:r>
          </a:p>
          <a:p>
            <a:pPr algn="ctr">
              <a:defRPr sz="1800">
                <a:solidFill>
                  <a:srgbClr val="E6E6E6"/>
                </a:solidFill>
              </a:defRPr>
            </a:pPr>
            <a:r>
              <a:t>Biblioteka + CLI + Standalone EXE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Problem i Rozwiązanie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800" b="1">
                <a:solidFill>
                  <a:srgbClr val="333333"/>
                </a:solidFill>
              </a:defRPr>
            </a:pPr>
            <a:r>
              <a:t>Problem</a:t>
            </a:r>
          </a:p>
          <a:p>
            <a:pPr lvl="1">
              <a:spcAft>
                <a:spcPts val="800"/>
              </a:spcAft>
              <a:defRPr sz="1800"/>
            </a:pPr>
            <a:r>
              <a:t>Dane osobowe w dokumentach wymagają ochrony zgodnie z RODO/GDPR</a:t>
            </a:r>
          </a:p>
          <a:p>
            <a:pPr lvl="1">
              <a:spcAft>
                <a:spcPts val="800"/>
              </a:spcAft>
              <a:defRPr sz="1800"/>
            </a:pPr>
            <a:r>
              <a:t>Ręczna anonimizacja setek plików jest czasochłonna i błędogenna</a:t>
            </a:r>
          </a:p>
          <a:p>
            <a:pPr lvl="1">
              <a:spcAft>
                <a:spcPts val="800"/>
              </a:spcAft>
              <a:defRPr sz="1800"/>
            </a:pPr>
            <a:r>
              <a:t>Brak uniwersalnego narzędzia dla różnych formatów (DOCX, PDF, XLSX)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800" b="1">
                <a:solidFill>
                  <a:srgbClr val="667EEA"/>
                </a:solidFill>
              </a:defRPr>
            </a:pPr>
            <a:r>
              <a:t>Rozwiązanie</a:t>
            </a:r>
          </a:p>
          <a:p>
            <a:pPr lvl="1">
              <a:spcAft>
                <a:spcPts val="800"/>
              </a:spcAft>
              <a:defRPr sz="1800"/>
            </a:pPr>
            <a:r>
              <a:t>Automatyczne wykrywanie 25+ typów danych osobowych</a:t>
            </a:r>
          </a:p>
          <a:p>
            <a:pPr lvl="1">
              <a:spcAft>
                <a:spcPts val="800"/>
              </a:spcAft>
              <a:defRPr sz="1800"/>
            </a:pPr>
            <a:r>
              <a:t>Wsparcie dla 5+ formatów plików (TXT, DOCX, PDF, XLSX, CSV)</a:t>
            </a:r>
          </a:p>
          <a:p>
            <a:pPr lvl="1">
              <a:spcAft>
                <a:spcPts val="800"/>
              </a:spcAft>
              <a:defRPr sz="1800"/>
            </a:pPr>
            <a:r>
              <a:t>3 interfejsy: Biblioteka Python, CLI, Standalone EXE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Architektura i Technologie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400" b="1">
                <a:solidFill>
                  <a:srgbClr val="333333"/>
                </a:solidFill>
              </a:defRPr>
            </a:pPr>
            <a:r>
              <a:t>4 Detektory Działające Równolegle</a:t>
            </a:r>
          </a:p>
          <a:p>
            <a:pPr lvl="1">
              <a:spcAft>
                <a:spcPts val="600"/>
              </a:spcAft>
              <a:defRPr sz="1600"/>
            </a:pPr>
            <a:r>
              <a:t>PlaceholderDetector: Wykrywa [name], [email], [pesel] - pewność 1.0</a:t>
            </a:r>
          </a:p>
          <a:p>
            <a:pPr lvl="1">
              <a:spcAft>
                <a:spcPts val="600"/>
              </a:spcAft>
              <a:defRPr sz="1600"/>
            </a:pPr>
            <a:r>
              <a:t>RegexDetector: PESEL, NIP, email, telefon - pewność 0.8-0.95</a:t>
            </a:r>
          </a:p>
          <a:p>
            <a:pPr lvl="1">
              <a:spcAft>
                <a:spcPts val="600"/>
              </a:spcAft>
              <a:defRPr sz="1600"/>
            </a:pPr>
            <a:r>
              <a:t>PolishDetector: Polskie wzorce: adresy, kody pocztowe - pewność 0.7-0.9</a:t>
            </a:r>
          </a:p>
          <a:p>
            <a:pPr lvl="1">
              <a:spcAft>
                <a:spcPts val="600"/>
              </a:spcAft>
              <a:defRPr sz="1600"/>
            </a:pPr>
            <a:r>
              <a:t>NLPDetector: spaCy NER dla imion/nazwisk - pewność 0.6-0.95</a:t>
            </a:r>
          </a:p>
          <a:p>
            <a:pPr lvl="1">
              <a:spcAft>
                <a:spcPts val="600"/>
              </a:spcAft>
              <a:defRPr sz="1600"/>
            </a:pPr>
            <a:r>
              <a:t>LLMDetector: PLLUM (12B parametrów) - najwyższa dokładność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t>Stack Technologiczny</a:t>
            </a:r>
          </a:p>
          <a:p>
            <a:pPr lvl="1">
              <a:spcAft>
                <a:spcPts val="600"/>
              </a:spcAft>
              <a:defRPr sz="1600"/>
            </a:pPr>
            <a:r>
              <a:t>Python 3.12 • spaCy 3.7 • langchain-openai</a:t>
            </a:r>
          </a:p>
          <a:p>
            <a:pPr lvl="1">
              <a:spcAft>
                <a:spcPts val="600"/>
              </a:spcAft>
              <a:defRPr sz="1600"/>
            </a:pPr>
            <a:r>
              <a:t>PyPDF2, python-docx, openpyxl (procesory formatów)</a:t>
            </a:r>
          </a:p>
          <a:p>
            <a:pPr lvl="1">
              <a:spcAft>
                <a:spcPts val="600"/>
              </a:spcAft>
              <a:defRPr sz="1600"/>
            </a:pPr>
            <a:r>
              <a:t>matplotlib, plotly (wizualizacja raportów)</a:t>
            </a:r>
          </a:p>
          <a:p>
            <a:pPr lvl="1">
              <a:spcAft>
                <a:spcPts val="600"/>
              </a:spcAft>
              <a:defRPr sz="1600"/>
            </a:pPr>
            <a:r>
              <a:t>Nuitka (kompilacja do standalone EXE)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Kluczowe Funkcjonalności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6 Metod Anonimizacji</a:t>
            </a:r>
          </a:p>
          <a:p>
            <a:pPr lvl="1">
              <a:spcAft>
                <a:spcPts val="400"/>
              </a:spcAft>
              <a:defRPr sz="1500"/>
            </a:pPr>
            <a:r>
              <a:t>Maskowanie (***), Pseudonimizacja (Osoba_A)</a:t>
            </a:r>
          </a:p>
          <a:p>
            <a:pPr lvl="1">
              <a:spcAft>
                <a:spcPts val="400"/>
              </a:spcAft>
              <a:defRPr sz="1500"/>
            </a:pPr>
            <a:r>
              <a:t>Entity ([name] [surname]), Haszowanie, Szyfrowanie, Redakcja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Przetwarzanie Wsadowe</a:t>
            </a:r>
          </a:p>
          <a:p>
            <a:pPr lvl="1">
              <a:spcAft>
                <a:spcPts val="400"/>
              </a:spcAft>
              <a:defRPr sz="1500"/>
            </a:pPr>
            <a:r>
              <a:t>Pojedyncze pliki lub całe katalogi (rekurencyjnie)</a:t>
            </a:r>
          </a:p>
          <a:p>
            <a:pPr lvl="1">
              <a:spcAft>
                <a:spcPts val="400"/>
              </a:spcAft>
              <a:defRPr sz="1500"/>
            </a:pPr>
            <a:r>
              <a:t>Wzorce plików: *.txt, *.docx, *.xlsx, *.pdf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Raportowanie</a:t>
            </a:r>
          </a:p>
          <a:p>
            <a:pPr lvl="1">
              <a:spcAft>
                <a:spcPts val="400"/>
              </a:spcAft>
              <a:defRPr sz="1500"/>
            </a:pPr>
            <a:r>
              <a:t>3 formaty: JSON (dane), HTML (interaktywne wykresy), PDF (druk)</a:t>
            </a:r>
          </a:p>
          <a:p>
            <a:pPr lvl="1">
              <a:spcAft>
                <a:spcPts val="400"/>
              </a:spcAft>
              <a:defRPr sz="1500"/>
            </a:pPr>
            <a:r>
              <a:t>Statystyki: liczba encji, typy, pewność, czas wykonania</a:t>
            </a:r>
          </a:p>
          <a:p>
            <a:pPr lvl="1">
              <a:spcAft>
                <a:spcPts val="400"/>
              </a:spcAft>
              <a:defRPr sz="1500"/>
            </a:pPr>
            <a:r>
              <a:t>Automatyczna rotacja logów (5 × 10 MB)</a:t>
            </a:r>
          </a:p>
          <a:p>
            <a:pPr>
              <a:spcAft>
                <a:spcPts val="600"/>
              </a:spcAft>
              <a:defRPr sz="2000" b="1">
                <a:solidFill>
                  <a:srgbClr val="333333"/>
                </a:solidFill>
              </a:defRPr>
            </a:pPr>
            <a:r>
              <a:t>Chunking dla LLM</a:t>
            </a:r>
          </a:p>
          <a:p>
            <a:pPr lvl="1">
              <a:spcAft>
                <a:spcPts val="400"/>
              </a:spcAft>
              <a:defRPr sz="1500"/>
            </a:pPr>
            <a:r>
              <a:t>Automatyczny podział dużych plików (3000 znaków/fragment)</a:t>
            </a:r>
          </a:p>
          <a:p>
            <a:pPr lvl="1">
              <a:spcAft>
                <a:spcPts val="400"/>
              </a:spcAft>
              <a:defRPr sz="1500"/>
            </a:pPr>
            <a:r>
              <a:t>Nakładanie fragmentów (200 znaków) - eliminacja utraty kontekstu</a:t>
            </a:r>
          </a:p>
          <a:p>
            <a:pPr lvl="1">
              <a:spcAft>
                <a:spcPts val="400"/>
              </a:spcAft>
              <a:defRPr sz="1500"/>
            </a:pPr>
            <a:r>
              <a:t>Deduplikacja wykrytych encji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Demo i Wyniki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400" b="1">
                <a:solidFill>
                  <a:srgbClr val="333333"/>
                </a:solidFill>
              </a:defRPr>
            </a:pPr>
            <a:r>
              <a:rPr dirty="0" err="1"/>
              <a:t>Przykład</a:t>
            </a:r>
            <a:r>
              <a:rPr dirty="0"/>
              <a:t> CLI</a:t>
            </a:r>
          </a:p>
          <a:p>
            <a:pPr>
              <a:spcBef>
                <a:spcPts val="10000"/>
              </a:spcBef>
              <a:spcAft>
                <a:spcPts val="1000"/>
              </a:spcAft>
              <a:defRPr sz="2400" b="1">
                <a:solidFill>
                  <a:srgbClr val="667EEA"/>
                </a:solidFill>
              </a:defRPr>
            </a:pPr>
            <a:r>
              <a:rPr dirty="0" err="1"/>
              <a:t>Osiągnięte</a:t>
            </a:r>
            <a:r>
              <a:rPr dirty="0"/>
              <a:t> </a:t>
            </a:r>
            <a:r>
              <a:rPr dirty="0" err="1"/>
              <a:t>Wyniki</a:t>
            </a:r>
            <a:endParaRPr dirty="0"/>
          </a:p>
          <a:p>
            <a:pPr lvl="1">
              <a:spcAft>
                <a:spcPts val="600"/>
              </a:spcAft>
              <a:defRPr sz="1600"/>
            </a:pPr>
            <a:r>
              <a:rPr dirty="0"/>
              <a:t>✓ </a:t>
            </a:r>
            <a:r>
              <a:rPr dirty="0" err="1"/>
              <a:t>Wykryto</a:t>
            </a:r>
            <a:r>
              <a:rPr dirty="0"/>
              <a:t> 25+ </a:t>
            </a:r>
            <a:r>
              <a:rPr dirty="0" err="1"/>
              <a:t>typów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osobowych</a:t>
            </a:r>
            <a:r>
              <a:rPr dirty="0"/>
              <a:t> (PESEL, NIP, email, </a:t>
            </a:r>
            <a:r>
              <a:rPr dirty="0" err="1"/>
              <a:t>telefon</a:t>
            </a:r>
            <a:r>
              <a:rPr dirty="0"/>
              <a:t>, </a:t>
            </a:r>
            <a:r>
              <a:rPr dirty="0" err="1"/>
              <a:t>imiona</a:t>
            </a:r>
            <a:r>
              <a:rPr dirty="0"/>
              <a:t>)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✓ Chunking LLM </a:t>
            </a:r>
            <a:r>
              <a:rPr dirty="0" err="1"/>
              <a:t>obsługuje</a:t>
            </a:r>
            <a:r>
              <a:rPr dirty="0"/>
              <a:t> </a:t>
            </a:r>
            <a:r>
              <a:rPr dirty="0" err="1"/>
              <a:t>pliki</a:t>
            </a:r>
            <a:r>
              <a:rPr dirty="0"/>
              <a:t> &gt;100 KB bez </a:t>
            </a:r>
            <a:r>
              <a:rPr dirty="0" err="1"/>
              <a:t>błędów</a:t>
            </a:r>
            <a:r>
              <a:rPr dirty="0"/>
              <a:t> 413/400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✓ </a:t>
            </a:r>
            <a:r>
              <a:rPr dirty="0" err="1"/>
              <a:t>Raport</a:t>
            </a:r>
            <a:r>
              <a:rPr dirty="0"/>
              <a:t> HTML z </a:t>
            </a:r>
            <a:r>
              <a:rPr dirty="0" err="1"/>
              <a:t>wykresami</a:t>
            </a:r>
            <a:r>
              <a:rPr dirty="0"/>
              <a:t> </a:t>
            </a:r>
            <a:r>
              <a:rPr dirty="0" err="1"/>
              <a:t>Plotly</a:t>
            </a:r>
            <a:r>
              <a:rPr dirty="0"/>
              <a:t> (</a:t>
            </a:r>
            <a:r>
              <a:rPr dirty="0" err="1"/>
              <a:t>interaktywny</a:t>
            </a:r>
            <a:r>
              <a:rPr dirty="0"/>
              <a:t>) </a:t>
            </a:r>
            <a:r>
              <a:rPr dirty="0" err="1"/>
              <a:t>i</a:t>
            </a:r>
            <a:r>
              <a:rPr dirty="0"/>
              <a:t> PDF (printable)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✓ Standalone EXE (~50 MB LITE, ~600 MB FULL z NLP)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✓ Format ENTITY </a:t>
            </a:r>
            <a:r>
              <a:rPr dirty="0" err="1"/>
              <a:t>zgodny</a:t>
            </a:r>
            <a:r>
              <a:rPr dirty="0"/>
              <a:t> z </a:t>
            </a:r>
            <a:r>
              <a:rPr dirty="0" err="1"/>
              <a:t>nask_train</a:t>
            </a:r>
            <a:r>
              <a:rPr dirty="0"/>
              <a:t> (orig.txt)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282C34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dane-bez-twarzy anonymize cv.docx -o cv_anon.docx \</a:t>
            </a: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  --method entity --use-nlp --use-llm \</a:t>
            </a: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  --llm-api-key "klucz" --add-report raport --report-format all 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7951" y="6217920"/>
            <a:ext cx="42880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rPr dirty="0"/>
              <a:t>GitHub: </a:t>
            </a:r>
            <a:r>
              <a:rPr dirty="0" err="1"/>
              <a:t>slawomirslowik</a:t>
            </a:r>
            <a:r>
              <a:rPr dirty="0"/>
              <a:t>/</a:t>
            </a:r>
            <a:r>
              <a:rPr dirty="0" err="1"/>
              <a:t>DaneBezTwarzy</a:t>
            </a:r>
            <a:r>
              <a:rPr dirty="0"/>
              <a:t> • Email: semantis@int.pl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440</Words>
  <Application>Microsoft Office PowerPoint</Application>
  <PresentationFormat>On-screen Show (4:3)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Problem i Rozwiązanie</vt:lpstr>
      <vt:lpstr>Architektura i Technologie</vt:lpstr>
      <vt:lpstr>Kluczowe Funkcjonalności</vt:lpstr>
      <vt:lpstr>Demo i Wyniki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Paweł Łosiński</cp:lastModifiedBy>
  <cp:revision>4</cp:revision>
  <dcterms:created xsi:type="dcterms:W3CDTF">2013-01-27T09:14:16Z</dcterms:created>
  <dcterms:modified xsi:type="dcterms:W3CDTF">2025-12-07T09:06:47Z</dcterms:modified>
  <cp:category/>
</cp:coreProperties>
</file>